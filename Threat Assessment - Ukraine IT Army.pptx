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Nunito"/>
      <p:regular r:id="rId8"/>
      <p:bold r:id="rId9"/>
      <p:italic r:id="rId10"/>
      <p:boldItalic r:id="rId11"/>
    </p:embeddedFont>
    <p:embeddedFont>
      <p:font typeface="Maven Pro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Italic.fntdata"/><Relationship Id="rId10" Type="http://schemas.openxmlformats.org/officeDocument/2006/relationships/font" Target="fonts/Nunito-italic.fntdata"/><Relationship Id="rId13" Type="http://schemas.openxmlformats.org/officeDocument/2006/relationships/font" Target="fonts/MavenPro-bold.fntdata"/><Relationship Id="rId12" Type="http://schemas.openxmlformats.org/officeDocument/2006/relationships/font" Target="fonts/Maven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6faf7c56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86faf7c56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6faf7c56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86faf7c56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Threat Assessment: Ukraine IT Army</a:t>
            </a:r>
            <a:endParaRPr/>
          </a:p>
        </p:txBody>
      </p:sp>
      <p:sp>
        <p:nvSpPr>
          <p:cNvPr id="278" name="Google Shape;278;p13"/>
          <p:cNvSpPr txBox="1"/>
          <p:nvPr>
            <p:ph idx="1" type="body"/>
          </p:nvPr>
        </p:nvSpPr>
        <p:spPr>
          <a:xfrm>
            <a:off x="1303800" y="1519552"/>
            <a:ext cx="7030500" cy="32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Analytic Judgments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Hybrid state-aligned volunteer cyber force operating openly through platforms like Telegram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High confidence in attribution, but uncertainty regarding the level of Ukrainian government control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Emphasis on scale rather than sophistication, using methods like DDoS attacks and website defacement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Matters for U.S. National Security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model is easily replicable and lowers the barrier for other states or non-state actors to mobilize civilians in cyber conflict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Blurs the distinction between civilians and combatants, complicating legal and policy responses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Creates risk of spillover effects impacting global infrastructure and private sector systems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Increases potential for misattribution and unintended escalation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Bottom 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Low to moderate technical capabilities can still generate significant strategic disruption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 </a:t>
            </a:r>
            <a:r>
              <a:rPr lang="en"/>
              <a:t>Recommendations</a:t>
            </a:r>
            <a:r>
              <a:rPr lang="en"/>
              <a:t> and Implications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42750" y="1418571"/>
            <a:ext cx="3430500" cy="36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Core Risk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Growing normalization of civilian participation in cyber warfare through hybrid actors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Recommended Policy Approach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Emphasize international coordination rather than relying only on domestic legislation</a:t>
            </a:r>
            <a:endParaRPr/>
          </a:p>
        </p:txBody>
      </p:sp>
      <p:sp>
        <p:nvSpPr>
          <p:cNvPr id="285" name="Google Shape;285;p14"/>
          <p:cNvSpPr txBox="1"/>
          <p:nvPr>
            <p:ph idx="2" type="body"/>
          </p:nvPr>
        </p:nvSpPr>
        <p:spPr>
          <a:xfrm>
            <a:off x="3797800" y="1418575"/>
            <a:ext cx="5259000" cy="36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Policy Levers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Coordination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Develop international norms governing civilian involvement in cyber conflict; strengthen shared attribution frameworks among allies; expand public and private partnerships to protect critical infrastructure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Legislation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Clarify legal boundaries for United States civilians participating in cyber operations; strengthen resilience and security requirements for critical infrastructure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Plausibility Assessment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International coordination is difficult but necessary for long-term effectiveness; domestic legislation is more achievable but not sufficient on its own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Key Uncertainties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Whether the group may expand targeting beyond Russia; the level of centralized control by the Ukrainian government; whether this model will become widely adopted by other actors 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